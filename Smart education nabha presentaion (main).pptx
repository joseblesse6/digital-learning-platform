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1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2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41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19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89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9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1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88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1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317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8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579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13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3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90B7F-BC18-4563-B79B-E2DE1770EF98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C4953A-2FC4-4307-9AFB-6E3B8A4EC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0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223" y="135459"/>
            <a:ext cx="7766936" cy="1646302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Learning Platform for Rural School Students in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Nabha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33" y="2099733"/>
            <a:ext cx="8596670" cy="4312356"/>
          </a:xfrm>
        </p:spPr>
        <p:txBody>
          <a:bodyPr anchor="b"/>
          <a:lstStyle/>
          <a:p>
            <a:pPr algn="l"/>
            <a:r>
              <a:rPr lang="en-IN" sz="20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Joselin 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Margarate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blessie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E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Jeniksha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Sarolin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Hemalatha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Praghadeeshwaran</a:t>
            </a:r>
            <a:r>
              <a:rPr lang="en-IN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24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77334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6451"/>
            <a:ext cx="8596668" cy="388077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 the foundation for social and economic growth, yet rural areas continue to face major challenges in accessing quality learning. In many regions, including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students struggle with limited internet connectivity, shortage of trained teachers, and lack of digital resources. This creates a wide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urban–rural learning gap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affecting student performance and opportunities.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technology can play a vital role.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learning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specifically for rural school students can 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offline-friendly, multilingual, and affordable education solutions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By integrating mobile apps, cloud storage, and teacher support tools, this project aims to bridge the educational divide and empower both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teachers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rural communities.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4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69246"/>
            <a:ext cx="8596668" cy="1320800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78364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Rural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students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significant barriers to quality education due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internet access, shortage of trained teachers, lack of digital learning resources, and language barriers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e-learning platforms are mostly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internet-dependent, costly, or designed for urban users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unsuitable for rural environments. This creates a persistent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divide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lower student engagement, poor learning outcomes, and restricted opportunities for rural children.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95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26722"/>
            <a:ext cx="8596668" cy="1320800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1909" y="1409719"/>
            <a:ext cx="952671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offline-friendly digital learning platform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even with limited or no internet.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educational content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(Hindi, Punjabi, English)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overcome language barriers.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scalable solution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rural schools.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incorporate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quizzes, assessments, and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student engagement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empower teachers with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tools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 and guiding students.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urban–rural education gap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ensuring equal access to quality learning.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parent-teacher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student monitoring</a:t>
            </a:r>
            <a:r>
              <a:rPr lang="en-US" sz="2000" dirty="0"/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42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7"/>
          <a:stretch/>
        </p:blipFill>
        <p:spPr>
          <a:xfrm>
            <a:off x="1289494" y="1970365"/>
            <a:ext cx="6782062" cy="44074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03152"/>
            <a:ext cx="8596668" cy="1320800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94621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challenges faced by rural school students in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Nabha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propose the development of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Learning Platform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affordable, offline-friendly, and tailored to rural needs.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2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75733"/>
            <a:ext cx="8596668" cy="722494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IN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Feautures</a:t>
            </a: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this Solution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5114" y="1482684"/>
            <a:ext cx="89611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kumimoji="0" lang="en-US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Lessons, videos, and quizzes can be accessed without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internet.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Content: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Curriculum in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Hindi, Punjabi, and English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break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quizzes, assignments, and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activities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to boost engagement.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Teacher Dashboard: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 for teachers to upload content, track student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performance, and provide feedback.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&amp; Local Storage: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Hybrid model for safe storage and easy content updates.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learning paths and recommendations based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student progress.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Device-Friendly: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 on low-cost smartphones, tablets, and school PCs.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 Parent Involvement: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Parents can monitor progress and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stay connected with teachers.</a:t>
            </a:r>
          </a:p>
        </p:txBody>
      </p:sp>
    </p:spTree>
    <p:extLst>
      <p:ext uri="{BB962C8B-B14F-4D97-AF65-F5344CB8AC3E}">
        <p14:creationId xmlns:p14="http://schemas.microsoft.com/office/powerpoint/2010/main" val="48425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-11294"/>
            <a:ext cx="8596668" cy="756361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7" y="914402"/>
            <a:ext cx="8935335" cy="5633155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Interface)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Angular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responsive web apps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Flutter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React Native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mobile app (Android/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HTML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CSS, JavaScript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Basic structure and styling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(Application Logic)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Node.js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Express.js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Lightweight, scalable backend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Python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Flask)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AI personalization &amp; APIs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(Storage)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MySQL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Structured learning content &amp; user data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Flexible storage for multimedia files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SQLite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(local)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Offline storage in student devices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Deployment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Google Cloud / Azure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Hosting and scalability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Firebase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Authentication, real-time sync, push notifications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Containerization for smooth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0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22" y="643470"/>
            <a:ext cx="8890180" cy="612986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Analytics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Personalized learning models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Performance prediction &amp; analytics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Google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/ Power BI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Usage monitoring &amp; insights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OAuth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 / JWT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Secure login &amp; authentication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SSL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 privacy for users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Git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Version control &amp; collaboration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UI/UX design for learning apps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Zoom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 live classes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5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5353"/>
            <a:ext cx="8596668" cy="706167"/>
          </a:xfrm>
        </p:spPr>
        <p:txBody>
          <a:bodyPr/>
          <a:lstStyle/>
          <a:p>
            <a:pPr algn="ctr"/>
            <a:r>
              <a:rPr lang="en-IN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0" t="9936" r="18872"/>
          <a:stretch/>
        </p:blipFill>
        <p:spPr>
          <a:xfrm>
            <a:off x="2067946" y="914400"/>
            <a:ext cx="5627076" cy="5373857"/>
          </a:xfrm>
        </p:spPr>
      </p:pic>
    </p:spTree>
    <p:extLst>
      <p:ext uri="{BB962C8B-B14F-4D97-AF65-F5344CB8AC3E}">
        <p14:creationId xmlns:p14="http://schemas.microsoft.com/office/powerpoint/2010/main" val="280302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913" y="492380"/>
            <a:ext cx="4184035" cy="604136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Requirement Analysis &amp; Planning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Identify key challenges in rural schools (internet, devices, language needs).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Collect requirements from teachers, students, and local education authorities.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Define scope, timeline, and resources.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Content Development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Prepare digital lessons in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Hindi, Punjabi, and English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Include multimedia: text, audio, video, and quizzes.</a:t>
            </a: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Ensure offline-first compatibility.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Platform Design &amp; Development</a:t>
            </a: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Frontend: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Build web + mobile apps (React/Flutter).</a:t>
            </a: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Backend: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Set up server, database, and authentication.</a:t>
            </a: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AI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adaptive learning recommendations.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492381"/>
            <a:ext cx="4184034" cy="604136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– Testing &amp; Quality Assurance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limited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Collect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from a small group of students &amp; teachers.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Fix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bugs and improve usability.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– Pilot Deployment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Deploy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rural schools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Train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to use dashboard &amp; upload lessons.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Monitor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and engagement.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– Evaluation &amp; Scaling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Analyze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data, quiz performance, and feedback.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Add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(more languages, subjects,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Scale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other rural areas with government/NGO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04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537" y="609601"/>
            <a:ext cx="8596668" cy="965982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project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1906" y="1700843"/>
            <a:ext cx="974548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Access to Education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Quality digital learning even without internet.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Bridging Urban–Rural Divide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Equal opportunities for rural students.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Learning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Content in Hindi, Punjabi, and English.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Empowered Teachers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Tools to track student progress and manage content.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Boosted Student Engagement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interactive learning experience.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&amp; Scalable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Works on low-cost devices and expandable to other regions.</a:t>
            </a:r>
          </a:p>
        </p:txBody>
      </p:sp>
    </p:spTree>
    <p:extLst>
      <p:ext uri="{BB962C8B-B14F-4D97-AF65-F5344CB8AC3E}">
        <p14:creationId xmlns:p14="http://schemas.microsoft.com/office/powerpoint/2010/main" val="316023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53328"/>
            <a:ext cx="8596668" cy="1320800"/>
          </a:xfrm>
        </p:spPr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7394" y="1461688"/>
            <a:ext cx="1017438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Other Regions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Scale to more rural districts across India.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Platforms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Link with DIKSHA, SWAYAM &amp; Digital India.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Features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Voice-enabled learning &amp; adaptive assessments.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&amp; Vocational Training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Coding, agriculture tech, entrepreneurship.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Expansion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Add more regional languages for inclusivity.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&amp; Offline Innovation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Solar-powered devices &amp; smart kiosks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276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497827"/>
            <a:ext cx="880420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accessible solution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rural education.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access, multilingual content, and interactive learning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Bridges the urban–rural divide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empowering both students and teachers.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and engaging learning experience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India vision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has strong potential for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68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5598017"/>
          </a:xfrm>
        </p:spPr>
        <p:txBody>
          <a:bodyPr anchor="ctr"/>
          <a:lstStyle/>
          <a:p>
            <a:pPr algn="ctr"/>
            <a:r>
              <a:rPr lang="en-I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60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1846</TotalTime>
  <Words>1028</Words>
  <Application>Microsoft Office PowerPoint</Application>
  <PresentationFormat>Widescreen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Facet</vt:lpstr>
      <vt:lpstr>Digital Learning Platform for Rural School Students in Nabha</vt:lpstr>
      <vt:lpstr>Introduction</vt:lpstr>
      <vt:lpstr>Problem Statement</vt:lpstr>
      <vt:lpstr>Objectives</vt:lpstr>
      <vt:lpstr>Proposed Solution</vt:lpstr>
      <vt:lpstr>Key Feautures of this Solution</vt:lpstr>
      <vt:lpstr>Technology Stack</vt:lpstr>
      <vt:lpstr>PowerPoint Presentation</vt:lpstr>
      <vt:lpstr>Implementation Plan</vt:lpstr>
      <vt:lpstr>PowerPoint Presentation</vt:lpstr>
      <vt:lpstr>Impact of the project</vt:lpstr>
      <vt:lpstr>Future Scope </vt:lpstr>
      <vt:lpstr>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Mr.K.Kandeepan</dc:creator>
  <cp:lastModifiedBy>Mr.K.Kandeepan</cp:lastModifiedBy>
  <cp:revision>30</cp:revision>
  <dcterms:created xsi:type="dcterms:W3CDTF">2025-09-25T06:46:16Z</dcterms:created>
  <dcterms:modified xsi:type="dcterms:W3CDTF">2025-09-27T02:43:41Z</dcterms:modified>
</cp:coreProperties>
</file>